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5c37dd8f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5c37dd8f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5c37dd8f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5c37dd8f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5c37dd8f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5c37dd8f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c37dd8f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c37dd8f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5c37dd8f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5c37dd8f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5c37dd8f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5c37dd8f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Q2mD7pdKkmpzd5WKAiVu1Y0sLJ1WpnzvHn-y8WqjMoA/edit?gid=736552329#gid=736552329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u/0/d/1SJP0kpjU0LTGqhZQ7deNekvgSMhjo9x8g4mQDD84BQ0/edit" TargetMode="External"/><Relationship Id="rId4" Type="http://schemas.openxmlformats.org/officeDocument/2006/relationships/hyperlink" Target="https://drive.google.com/file/d/17Adb3oHdCyLFOT5o3UzEKTrOeZlkW9nN/view?usp=sharing" TargetMode="External"/><Relationship Id="rId5" Type="http://schemas.openxmlformats.org/officeDocument/2006/relationships/hyperlink" Target="https://app.powerbi.com/groups/me/reports/1cf8e1a5-2cf9-419e-ad6f-1848f1e0a22e/b8c605d2ecc700da0a91?experience=power-bi" TargetMode="External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4294967295" type="ctrTitle"/>
          </p:nvPr>
        </p:nvSpPr>
        <p:spPr>
          <a:xfrm>
            <a:off x="536400" y="590500"/>
            <a:ext cx="80712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RESTAURANT ANALYSIS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063" y="1823503"/>
            <a:ext cx="5058225" cy="14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idx="4294967295" type="subTitle"/>
          </p:nvPr>
        </p:nvSpPr>
        <p:spPr>
          <a:xfrm>
            <a:off x="2466475" y="4225850"/>
            <a:ext cx="6331500" cy="4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SRISANDHIYA NARAYANAN | MBTE1 (BADM - WD - T - B3)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 txBox="1"/>
          <p:nvPr>
            <p:ph idx="4294967295" type="ctrTitle"/>
          </p:nvPr>
        </p:nvSpPr>
        <p:spPr>
          <a:xfrm>
            <a:off x="287300" y="386250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PROJECT GOALS AND OBJECTIVES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95750" y="868600"/>
            <a:ext cx="8433000" cy="3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Goals: 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Leverage Power BI to analyze and visualize restaurant data.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Provide actionable insights to enhance business strategies and decision-making.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Objectives: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Evaluate Restaurant Performance: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Analyze key metrics like ratings, total reviews, and cuisine preferences to assess restaurant success.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Create Interactive Dashboards: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Develop dynamic visualizations to track restaurant trends, customer feedback, and operational efficiency.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Optimize Delivery &amp; Pricing Strategies: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Identify correlations between delivery time, pricing, and customer satisfaction to improve service quality.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Identify Market Opportunities: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Pinpoint high-demand areas and underserved markets for potential business expansion.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8900" y="3506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5"/>
          <p:cNvSpPr txBox="1"/>
          <p:nvPr>
            <p:ph idx="4294967295" type="ctrTitle"/>
          </p:nvPr>
        </p:nvSpPr>
        <p:spPr>
          <a:xfrm>
            <a:off x="287300" y="386250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DATASET ANALYSIS AND CLEANING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5750" y="868600"/>
            <a:ext cx="8433000" cy="3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Dataset: </a:t>
            </a:r>
            <a:r>
              <a:rPr lang="en" sz="13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Swiggy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dataset contains information about various restaurants across India.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variables include: </a:t>
            </a:r>
            <a:r>
              <a:rPr lang="en" sz="1300">
                <a:solidFill>
                  <a:schemeClr val="dk2"/>
                </a:solidFill>
              </a:rPr>
              <a:t> 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ID, Area, City, Restaurant, Price, Avg ratings, Total ratings, Food type, Address and  Delivery time.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Cleaning: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Handling Missing Data: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Checked for blank data in excel and there were no missing data in the dataset provided.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Removing Duplicates: 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Checked for duplicates in the data using excel and no duplicates were found.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Handling Outliers: 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Checked for outliers using scatter plot in excel and no outliers were detected.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8900" y="3506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6"/>
          <p:cNvSpPr txBox="1"/>
          <p:nvPr>
            <p:ph idx="4294967295" type="ctrTitle"/>
          </p:nvPr>
        </p:nvSpPr>
        <p:spPr>
          <a:xfrm>
            <a:off x="287300" y="310050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DATA PREPROCESSING AND LOADING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295750" y="792400"/>
            <a:ext cx="8433000" cy="3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Preprocessing: Food Type Column Transformation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Initially, the Food Type column contained multiple cuisines in a single row (e.g., "Indian, Chinese, Beverages").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 improve data accuracy, each cuisine was split into separate rows, ensuring that every food type is represented independently.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This transformation allows for: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Accurate filtering and aggregation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of cuisine-based insights.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Better visualization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of cuisine trends across different areas.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Improved data granularity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, making analysis more precise.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Loading: 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loaded into PowerBI for further data visualization task.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8900" y="2744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7"/>
          <p:cNvSpPr txBox="1"/>
          <p:nvPr>
            <p:ph idx="4294967295" type="ctrTitle"/>
          </p:nvPr>
        </p:nvSpPr>
        <p:spPr>
          <a:xfrm>
            <a:off x="287300" y="538650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DATA VISUALIZATION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95750" y="1249600"/>
            <a:ext cx="8433000" cy="3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dataset has been thoroughly analyzed and key insights have been derived using Power BI visualizations. 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These visualizations effectively represent trends and patterns, enabling a clearer understanding of the data. 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Screenshot samples of visualization have been attached in the excel workbook: </a:t>
            </a:r>
            <a:r>
              <a:rPr lang="en" sz="13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Swiggy Analysis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Link to PowerBI file: </a:t>
            </a:r>
            <a:r>
              <a:rPr lang="en" sz="13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Swiggy_Analysis.pbix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Link to the published version of PowerBI Dashboard: </a:t>
            </a:r>
            <a:r>
              <a:rPr lang="en" sz="13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PowerBI Service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8900" y="5030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8"/>
          <p:cNvSpPr txBox="1"/>
          <p:nvPr>
            <p:ph idx="4294967295" type="ctrTitle"/>
          </p:nvPr>
        </p:nvSpPr>
        <p:spPr>
          <a:xfrm>
            <a:off x="261850" y="292375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ACTIONABLE BUSINESS RECOMMENDATIONS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95750" y="716200"/>
            <a:ext cx="84330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Expand in Underserved Markets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Target areas like Ashok Nagar, 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Bidhannagar</a:t>
            </a: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, and Surat with fewer restaurants.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Explore Ahmedabad as a growing food market.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Differentiate in Competitive Hubs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Stand out in Rohini, Chembur, and Kothrud with unique offerings and faster service.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Focus on high-footfall zones (business hubs, malls, colleges) for increased sales.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Leverage Cuisine Preferences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Expand Chinese cuisine in Kolkata, Mumbai, Pune, Chennai, Hyderabad, and Bangalore.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Boost QSRs in Pune and Bangalore and cafés in Chennai, Bangalore, and Hyderabad.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Optimize Pricing Strategy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Keep popular price ranges between ₹200-₹500 for higher ratings.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Justify premium pricing with superior service and unique experiences.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Improve Low-Rated, High-Review Restaurants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Address customer complaints, train staff, and enhance food quality.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450" y="2923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123250" y="142450"/>
            <a:ext cx="8919300" cy="486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9"/>
          <p:cNvSpPr txBox="1"/>
          <p:nvPr>
            <p:ph idx="4294967295" type="ctrTitle"/>
          </p:nvPr>
        </p:nvSpPr>
        <p:spPr>
          <a:xfrm>
            <a:off x="261850" y="368575"/>
            <a:ext cx="8642100" cy="3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9900"/>
                </a:solidFill>
              </a:rPr>
              <a:t>ACTIONABLE BUSINESS RECOMMENDATIONS</a:t>
            </a:r>
            <a:endParaRPr sz="2000">
              <a:solidFill>
                <a:srgbClr val="FF9900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95750" y="944800"/>
            <a:ext cx="84330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Boost Visibility for High-Rated but Low-Review Restaurants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Use social media, influencer marketing, and referral discounts.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Fix the 3.0 Rating Threshold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Reduce delays, optimize workflows, and introduce live tracking.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Enhance Delivery &amp; Ratings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Reduce delivery times in slow areas like Kolkata (68 min).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Set up cloud kitchens in dense zones (Rohini, Chembur, Andheri East).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Target Price-Sensitive Customers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Offer consistency and generous portions in budget restaurants.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Introduce loyalty programs in mid-range restaurants.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❏"/>
            </a:pPr>
            <a:r>
              <a:rPr b="1"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Manage Ratings Through Delivery Optimization</a:t>
            </a:r>
            <a:endParaRPr b="1"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Expand satellite kitchens, increase delivery personnel, and set realistic ETAs.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450" y="368575"/>
            <a:ext cx="580501" cy="43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idx="4294967295" type="ctrTitle"/>
          </p:nvPr>
        </p:nvSpPr>
        <p:spPr>
          <a:xfrm>
            <a:off x="610475" y="2069550"/>
            <a:ext cx="80712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THANK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